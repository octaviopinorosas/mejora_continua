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F4B8C-84DD-4166-1829-F6393FFFE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81CD85-5E13-D972-0D26-88A244CF0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BB5881-2DDD-53FA-22B5-E3FD5EE5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DE7E76-B41B-116A-EEF4-39E2E3B9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FFAF21-27E8-24BC-2DF8-B6FDE1694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2190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B338-042B-A968-44D5-4638B92D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BB28C-AA7F-23FF-7672-BAA03DBBF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5AEA9F-0467-EF4F-DEE1-033E2E4C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F378E6-BD3E-75F4-D12D-E60DF60F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C4ED83-60B7-F97D-C980-5D25A3B34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123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A8FDD-6A50-9D79-D423-3491A5DE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261208-A196-7368-3CCB-7998A19B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4A6229-FE8D-0599-4D2E-379FC69F7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65C006-82FE-13AA-209B-1F9748205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5C69DC-54D8-99CB-4903-23EE8A45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607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E0E63-F58C-1791-B169-AC688165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8E5355-91B5-23BA-3E2D-3A4FFB2DA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CB7E15-6F78-A715-A629-AB91A798B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FCB11F-B3B3-36D8-E5A0-F9246E0C0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8BDD08-A2EF-7DE0-568C-E6775249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5CB50F-21FD-D2E1-BE6B-6DE85F9C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557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8CD87-149E-F378-66F0-CDA008A8F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48D846-0265-F9F1-F00E-77ED35860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4F1D6D-7B0C-A99C-C4E3-0837296C5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DD82AE-4A09-FF05-2218-E612BFF56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03BD0B-A157-D8BC-8350-080F0C351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5EC9B8A-7B5E-44F3-D395-EF511FD5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E45E43-C690-9D25-BA37-A8DC3EB8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CD9AD2-20F9-F75D-CA71-D1812C27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828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81AF5-2301-4BB3-0320-E7946D46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B5D4414-5033-66FD-663C-8644BA4E2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0C38CB9-2F76-95B0-DA3D-41197B0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BD963C-B8D6-1075-FB43-46AC94DC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002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E7106D6-1BF1-E0EF-2B53-181ADB4DB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0FC89B-C901-7E72-67C8-7B2A8539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3912EF-A429-5CF0-C65A-FD9E6862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86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FBB9F-CD39-D30A-3526-6A5BCA47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7D887A-7948-8CC0-117E-1DA82D8CE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B4DA68-9ADD-0857-E1D8-0CD942C96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A76AA3-C9B4-1312-CB99-EFABAE5F2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BA1296-4929-5F57-C923-B7C27B7E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560CD3-664F-5E8A-AE45-47B5B033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121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47082-7855-0084-DB82-DFD319DC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79CB08D-5A5C-5FFB-FD43-2E070B5CD1B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7C0E6D-9F00-CD24-CE7B-36167EADB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F8FD8F-2482-EA89-8709-76B82466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3828F7-9840-9A64-DBE2-B5B75ABF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1072F6-2F43-FBA0-C4BF-24DE6C6F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233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8DFEC-40C3-40AD-024D-41BE9975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407951-025C-7693-412C-FBC46B15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A3B228-878C-F679-0668-43CA7232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153FC4-EAD5-318F-3082-C034ACF2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F473F1-741D-9654-2959-8D32C0D5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9010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A4D65C-A2CD-8899-23FE-E7806B52AF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C76276-C515-02B9-59E4-0EFDC4DC1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9B8D75-F920-D98B-49CC-D6EF0E408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3E7EEF-12AF-78A0-B7CB-B347F7FC1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1E9B4C-CC37-1C7C-002E-356763B89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4325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F93A95-884E-7110-1347-59D8B409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3F8A27-BCF1-32F0-7002-AE9BC8346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E79582-1C2E-6341-E238-BB77A6C11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DC51C-B564-4C8A-A0EA-06E1A36964C7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668606-D3FF-30CB-D65F-4011AF074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093E8A-2428-6616-A24D-C1FE01A84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EEE9EC-3FBF-473A-B4F6-A7B1B1F15D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624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Vista previa del código QR">
            <a:extLst>
              <a:ext uri="{FF2B5EF4-FFF2-40B4-BE49-F238E27FC236}">
                <a16:creationId xmlns:a16="http://schemas.microsoft.com/office/drawing/2014/main" id="{323E9B5F-F0FE-095D-51F7-F41360B6D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20" y="1115619"/>
            <a:ext cx="4876800" cy="4876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DA7D9A4-1610-8D37-2AE6-62CF605B1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90" y="0"/>
            <a:ext cx="5331023" cy="6858000"/>
          </a:xfrm>
          <a:prstGeom prst="rect">
            <a:avLst/>
          </a:prstGeom>
        </p:spPr>
      </p:pic>
      <p:pic>
        <p:nvPicPr>
          <p:cNvPr id="6" name="Imagen 5" descr="Vista previa del código QR">
            <a:extLst>
              <a:ext uri="{FF2B5EF4-FFF2-40B4-BE49-F238E27FC236}">
                <a16:creationId xmlns:a16="http://schemas.microsoft.com/office/drawing/2014/main" id="{27857DCC-25F0-E567-F36C-FB0AC3D9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138" y="3974615"/>
            <a:ext cx="1113851" cy="111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72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7BD8BCD-2B94-5704-C968-665711670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876"/>
          <a:stretch>
            <a:fillRect/>
          </a:stretch>
        </p:blipFill>
        <p:spPr>
          <a:xfrm>
            <a:off x="711201" y="-1"/>
            <a:ext cx="10430910" cy="686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536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BBD93BA-1BC4-16C8-4C64-FEB2D8E9F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8" t="52668" r="67629" b="4843"/>
          <a:stretch>
            <a:fillRect/>
          </a:stretch>
        </p:blipFill>
        <p:spPr>
          <a:xfrm>
            <a:off x="103696" y="481204"/>
            <a:ext cx="3073138" cy="58955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C536497-267D-B3A1-E340-F022B13A85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47" t="5482" r="3444" b="48741"/>
          <a:stretch>
            <a:fillRect/>
          </a:stretch>
        </p:blipFill>
        <p:spPr>
          <a:xfrm>
            <a:off x="3167405" y="481205"/>
            <a:ext cx="8920899" cy="589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66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Octavio Pino Rosas</dc:creator>
  <cp:lastModifiedBy>Octavio Pino Rosas</cp:lastModifiedBy>
  <cp:revision>1</cp:revision>
  <dcterms:created xsi:type="dcterms:W3CDTF">2026-10-02T17:17:47Z</dcterms:created>
  <dcterms:modified xsi:type="dcterms:W3CDTF">2026-10-02T23:13:03Z</dcterms:modified>
</cp:coreProperties>
</file>
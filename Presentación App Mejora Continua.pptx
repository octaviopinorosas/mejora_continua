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7" r:id="rId3"/>
    <p:sldId id="258" r:id="rId4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54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7F4B8C-84DD-4166-1829-F6393FFFE0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C81CD85-5E13-D972-0D26-88A244CF05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3BB5881-2DDD-53FA-22B5-E3FD5EE591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DC51C-B564-4C8A-A0EA-06E1A36964C7}" type="datetimeFigureOut">
              <a:rPr lang="es-MX" smtClean="0"/>
              <a:t>08/10/2026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0DE7E76-B41B-116A-EEF4-39E2E3B9C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FFFAF21-27E8-24BC-2DF8-B6FDE1694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EE9EC-3FBF-473A-B4F6-A7B1B1F15D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62190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47B338-042B-A968-44D5-4638B92D1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6BB28C-AA7F-23FF-7672-BAA03DBBF2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F5AEA9F-0467-EF4F-DEE1-033E2E4C2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DC51C-B564-4C8A-A0EA-06E1A36964C7}" type="datetimeFigureOut">
              <a:rPr lang="es-MX" smtClean="0"/>
              <a:t>08/10/2026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3F378E6-BD3E-75F4-D12D-E60DF60FE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AC4ED83-60B7-F97D-C980-5D25A3B34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EE9EC-3FBF-473A-B4F6-A7B1B1F15D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212361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3A8FDD-6A50-9D79-D423-3491A5DE5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C261208-A196-7368-3CCB-7998A19B16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94A6229-FE8D-0599-4D2E-379FC69F7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DC51C-B564-4C8A-A0EA-06E1A36964C7}" type="datetimeFigureOut">
              <a:rPr lang="es-MX" smtClean="0"/>
              <a:t>08/10/2026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765C006-82FE-13AA-209B-1F9748205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D5C69DC-54D8-99CB-4903-23EE8A455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EE9EC-3FBF-473A-B4F6-A7B1B1F15D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696079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9E0E63-F58C-1791-B169-AC6881652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B8E5355-91B5-23BA-3E2D-3A4FFB2DA1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4CB7E15-6F78-A715-A629-AB91A798B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8FCB11F-B3B3-36D8-E5A0-F9246E0C0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DC51C-B564-4C8A-A0EA-06E1A36964C7}" type="datetimeFigureOut">
              <a:rPr lang="es-MX" smtClean="0"/>
              <a:t>08/10/2026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F8BDD08-A2EF-7DE0-568C-E67752499C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B5CB50F-21FD-D2E1-BE6B-6DE85F9C5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EE9EC-3FBF-473A-B4F6-A7B1B1F15D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45573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E8CD87-149E-F378-66F0-CDA008A8F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348D846-0265-F9F1-F00E-77ED35860C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64F1D6D-7B0C-A99C-C4E3-0837296C5C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DDD82AE-4A09-FF05-2218-E612BFF564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E03BD0B-A157-D8BC-8350-080F0C3513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5EC9B8A-7B5E-44F3-D395-EF511FD5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DC51C-B564-4C8A-A0EA-06E1A36964C7}" type="datetimeFigureOut">
              <a:rPr lang="es-MX" smtClean="0"/>
              <a:t>08/10/2026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FE45E43-C690-9D25-BA37-A8DC3EB8E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2CD9AD2-20F9-F75D-CA71-D1812C270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EE9EC-3FBF-473A-B4F6-A7B1B1F15D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9782854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881AF5-2301-4BB3-0320-E7946D464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B5D4414-5033-66FD-663C-8644BA4E2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DC51C-B564-4C8A-A0EA-06E1A36964C7}" type="datetimeFigureOut">
              <a:rPr lang="es-MX" smtClean="0"/>
              <a:t>08/10/2026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0C38CB9-2F76-95B0-DA3D-41197B02E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ABD963C-B8D6-1075-FB43-46AC94DC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EE9EC-3FBF-473A-B4F6-A7B1B1F15D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00206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E7106D6-1BF1-E0EF-2B53-181ADB4DB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DC51C-B564-4C8A-A0EA-06E1A36964C7}" type="datetimeFigureOut">
              <a:rPr lang="es-MX" smtClean="0"/>
              <a:t>08/10/2026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90FC89B-C901-7E72-67C8-7B2A85393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C3912EF-A429-5CF0-C65A-FD9E6862C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EE9EC-3FBF-473A-B4F6-A7B1B1F15D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6866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EFBB9F-CD39-D30A-3526-6A5BCA478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A7D887A-7948-8CC0-117E-1DA82D8CE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EB4DA68-9ADD-0857-E1D8-0CD942C966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BA76AA3-C9B4-1312-CB99-EFABAE5F2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DC51C-B564-4C8A-A0EA-06E1A36964C7}" type="datetimeFigureOut">
              <a:rPr lang="es-MX" smtClean="0"/>
              <a:t>08/10/2026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3BA1296-4929-5F57-C923-B7C27B7E6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B560CD3-664F-5E8A-AE45-47B5B033F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EE9EC-3FBF-473A-B4F6-A7B1B1F15D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51215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447082-7855-0084-DB82-DFD319DC6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79CB08D-5A5C-5FFB-FD43-2E070B5CD1B6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87C0E6D-9F00-CD24-CE7B-36167EADB6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5F8FD8F-2482-EA89-8709-76B82466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DC51C-B564-4C8A-A0EA-06E1A36964C7}" type="datetimeFigureOut">
              <a:rPr lang="es-MX" smtClean="0"/>
              <a:t>08/10/2026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A3828F7-9840-9A64-DBE2-B5B75ABF1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1072F6-2F43-FBA0-C4BF-24DE6C6F4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EE9EC-3FBF-473A-B4F6-A7B1B1F15D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02335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78DFEC-40C3-40AD-024D-41BE99751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1407951-025C-7693-412C-FBC46B15DC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A3B228-878C-F679-0668-43CA7232F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DC51C-B564-4C8A-A0EA-06E1A36964C7}" type="datetimeFigureOut">
              <a:rPr lang="es-MX" smtClean="0"/>
              <a:t>08/10/2026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A153FC4-EAD5-318F-3082-C034ACF22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EF473F1-741D-9654-2959-8D32C0D5C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EE9EC-3FBF-473A-B4F6-A7B1B1F15D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09010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8A4D65C-A2CD-8899-23FE-E7806B52AF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5C76276-C515-02B9-59E4-0EFDC4DC12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9B8D75-F920-D98B-49CC-D6EF0E408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DC51C-B564-4C8A-A0EA-06E1A36964C7}" type="datetimeFigureOut">
              <a:rPr lang="es-MX" smtClean="0"/>
              <a:t>08/10/2026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3E7EEF-12AF-78A0-B7CB-B347F7FC1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1E9B4C-CC37-1C7C-002E-356763B891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EEE9EC-3FBF-473A-B4F6-A7B1B1F15D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4325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9F93A95-884E-7110-1347-59D8B409F8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3F8A27-BCF1-32F0-7002-AE9BC8346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E79582-1C2E-6341-E238-BB77A6C115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FDC51C-B564-4C8A-A0EA-06E1A36964C7}" type="datetimeFigureOut">
              <a:rPr lang="es-MX" smtClean="0"/>
              <a:t>08/10/2026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F668606-D3FF-30CB-D65F-4011AF074F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5093E8A-2428-6616-A24D-C1FE01A84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EEE9EC-3FBF-473A-B4F6-A7B1B1F15D15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262469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fif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fi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4810A6B7-95D6-92FF-2DF5-EA60F645A5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016" y="800100"/>
            <a:ext cx="5219700" cy="5257800"/>
          </a:xfrm>
          <a:prstGeom prst="rect">
            <a:avLst/>
          </a:prstGeom>
        </p:spPr>
      </p:pic>
      <p:grpSp>
        <p:nvGrpSpPr>
          <p:cNvPr id="10" name="Grupo 9">
            <a:extLst>
              <a:ext uri="{FF2B5EF4-FFF2-40B4-BE49-F238E27FC236}">
                <a16:creationId xmlns:a16="http://schemas.microsoft.com/office/drawing/2014/main" id="{23DE5831-CA85-4071-EE5E-F62F360734C5}"/>
              </a:ext>
            </a:extLst>
          </p:cNvPr>
          <p:cNvGrpSpPr/>
          <p:nvPr/>
        </p:nvGrpSpPr>
        <p:grpSpPr>
          <a:xfrm>
            <a:off x="6804025" y="0"/>
            <a:ext cx="5331023" cy="6858000"/>
            <a:chOff x="6653190" y="0"/>
            <a:chExt cx="5331023" cy="6858000"/>
          </a:xfrm>
        </p:grpSpPr>
        <p:pic>
          <p:nvPicPr>
            <p:cNvPr id="11" name="Imagen 10">
              <a:extLst>
                <a:ext uri="{FF2B5EF4-FFF2-40B4-BE49-F238E27FC236}">
                  <a16:creationId xmlns:a16="http://schemas.microsoft.com/office/drawing/2014/main" id="{5F2CC3ED-8FEC-233D-2A67-E1AB960261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53190" y="0"/>
              <a:ext cx="5331023" cy="6858000"/>
            </a:xfrm>
            <a:prstGeom prst="rect">
              <a:avLst/>
            </a:prstGeom>
          </p:spPr>
        </p:pic>
        <p:pic>
          <p:nvPicPr>
            <p:cNvPr id="12" name="Imagen 11">
              <a:extLst>
                <a:ext uri="{FF2B5EF4-FFF2-40B4-BE49-F238E27FC236}">
                  <a16:creationId xmlns:a16="http://schemas.microsoft.com/office/drawing/2014/main" id="{C08E607D-4A95-604C-FC62-A0A9E23CFA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180813" y="3938211"/>
              <a:ext cx="1149453" cy="11578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87726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7BD8BCD-2B94-5704-C968-665711670D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876"/>
          <a:stretch>
            <a:fillRect/>
          </a:stretch>
        </p:blipFill>
        <p:spPr>
          <a:xfrm>
            <a:off x="711201" y="-1"/>
            <a:ext cx="10430910" cy="6860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35365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6BBD93BA-1BC4-16C8-4C64-FEB2D8E9FD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78" t="52668" r="67629" b="4843"/>
          <a:stretch>
            <a:fillRect/>
          </a:stretch>
        </p:blipFill>
        <p:spPr>
          <a:xfrm>
            <a:off x="103696" y="481204"/>
            <a:ext cx="3073138" cy="5895591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C536497-267D-B3A1-E340-F022B13A85F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447" t="5482" r="3444" b="48741"/>
          <a:stretch>
            <a:fillRect/>
          </a:stretch>
        </p:blipFill>
        <p:spPr>
          <a:xfrm>
            <a:off x="3167405" y="481205"/>
            <a:ext cx="8920899" cy="589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26607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</TotalTime>
  <Words>0</Words>
  <Application>Microsoft Office PowerPoint</Application>
  <PresentationFormat>Panorámica</PresentationFormat>
  <Paragraphs>0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Octavio Pino Rosas</dc:creator>
  <cp:lastModifiedBy>Octavio Pino Rosas</cp:lastModifiedBy>
  <cp:revision>2</cp:revision>
  <dcterms:created xsi:type="dcterms:W3CDTF">2026-10-02T17:17:47Z</dcterms:created>
  <dcterms:modified xsi:type="dcterms:W3CDTF">2026-10-08T06:04:51Z</dcterms:modified>
</cp:coreProperties>
</file>